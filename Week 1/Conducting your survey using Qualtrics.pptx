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5ABA1-4964-42BF-B473-7B90F1A24626}" v="1" dt="2025-08-25T14:19:32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dsay Kerr" userId="c1c5660f-85fc-4dc4-abb1-d6012c75adc0" providerId="ADAL" clId="{4795ABA1-4964-42BF-B473-7B90F1A24626}"/>
    <pc:docChg chg="undo custSel addSld modSld sldOrd">
      <pc:chgData name="Lyndsay Kerr" userId="c1c5660f-85fc-4dc4-abb1-d6012c75adc0" providerId="ADAL" clId="{4795ABA1-4964-42BF-B473-7B90F1A24626}" dt="2025-08-25T14:23:38.349" v="211"/>
      <pc:docMkLst>
        <pc:docMk/>
      </pc:docMkLst>
      <pc:sldChg chg="addSp modSp new mod ord">
        <pc:chgData name="Lyndsay Kerr" userId="c1c5660f-85fc-4dc4-abb1-d6012c75adc0" providerId="ADAL" clId="{4795ABA1-4964-42BF-B473-7B90F1A24626}" dt="2025-08-25T14:23:38.349" v="211"/>
        <pc:sldMkLst>
          <pc:docMk/>
          <pc:sldMk cId="1405579129" sldId="269"/>
        </pc:sldMkLst>
        <pc:spChg chg="mod">
          <ac:chgData name="Lyndsay Kerr" userId="c1c5660f-85fc-4dc4-abb1-d6012c75adc0" providerId="ADAL" clId="{4795ABA1-4964-42BF-B473-7B90F1A24626}" dt="2025-08-25T14:20:52.212" v="200" actId="20577"/>
          <ac:spMkLst>
            <pc:docMk/>
            <pc:sldMk cId="1405579129" sldId="269"/>
            <ac:spMk id="2" creationId="{4DF6757A-B1E5-ED64-1009-623CA567DD1A}"/>
          </ac:spMkLst>
        </pc:spChg>
        <pc:picChg chg="add mod">
          <ac:chgData name="Lyndsay Kerr" userId="c1c5660f-85fc-4dc4-abb1-d6012c75adc0" providerId="ADAL" clId="{4795ABA1-4964-42BF-B473-7B90F1A24626}" dt="2025-08-25T14:21:25.240" v="207" actId="1076"/>
          <ac:picMkLst>
            <pc:docMk/>
            <pc:sldMk cId="1405579129" sldId="269"/>
            <ac:picMk id="4" creationId="{323A8098-3DD4-5FC2-30E4-366F245452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27E8-B02D-F92D-EB08-AE48740FE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983A-5AE8-660C-FE0C-3CB5560DF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15A6B-334D-37DA-20B8-CB15B774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62B8F-3830-EDDC-5E35-EABD6581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E803C-637B-825E-B030-B0EBAFA4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5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131F-EF21-3259-F52C-0F78F5A1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AD986-CCC0-A09E-C431-C6BC2815C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2662F-72AD-C974-A552-512E2BEB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AFE41-1F87-BAE2-4B01-0D88DF27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BA2AF-980D-C76F-0F0B-191648EE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8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8F51-3DBF-17D5-B28C-941D1114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02708-6E8A-F2EB-00B5-3820745E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C019-5CB8-7427-F055-C82331A5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BB2C6-8AE0-5DE5-566C-7B38BE0C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FFDDB-0F50-E492-1FF1-D449A20D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489B-B7E4-8E43-FB30-7A738B11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28E47-1C9D-5243-90B5-49B07D0EC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A7553-976A-3B82-F907-E4CA6262F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16E3-4F32-428A-F637-F12244DF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B1D12-F548-1B0C-EE1D-2BB92AF2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F8854-C9A0-A015-477B-A0325EDE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8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8C02-F00E-9C71-99FA-8A76CDEB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C7913-8852-D59E-5920-45C0A081D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C6C6F-9042-91E9-FC16-D94C77F2A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227EA-6C85-9B7D-003C-A5D36E92F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B9BD8-F41D-10A5-1273-3E8C61D0C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4478D-8D92-8A3B-0BB9-4010BFA8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DB89A-EE43-7EF7-21E5-531944D9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BF803-452B-BA48-4F00-424FD673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2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97B2-38A1-3CD0-7071-76684ADE5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1EBFB6-EFD8-4F2B-9C78-365A65DE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2A8FB-62E1-CBC8-C6DE-D269604A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05DE-54D9-418F-28F4-A6D85AE9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8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F18E38-294A-773F-5FD4-8CD28334D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81B47-C0A9-366B-7499-AB305B18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D3401-4335-F91D-78D0-90B2381C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9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AC1E-7BF5-22A1-F58B-2AD5F3B8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C2543-82FD-8FC8-95AF-5E774AB4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532D8-408F-AF4E-1CA8-0C46687DD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31206-1AC1-0A95-53E1-254D6C95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C58F9-71F5-BB6A-F890-BF5C785E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8A967-8A89-BD90-0F87-89F331C4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1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DAFA-AC47-773E-CDAE-3E4C163DD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7FF2E-D8BB-FE82-6FAB-6BDACC7BE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813BB-E182-CAD8-5E93-1C9391A33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3AEFA-52F9-B0AA-1EE7-8E9B902D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F52C9-4160-87A0-8051-903926EE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62E99-ACFA-3387-F3EA-523B530D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5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E149-8F5D-ECF3-1DF9-58AFF806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06C43-BB1A-9836-4471-8FAC7D460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B6C6-9881-838A-9DD5-0969E956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FADED-C49A-2576-9495-DD956CE3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87FC-BD39-543E-30C9-15E0EE77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9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305935-8B4B-47BC-B472-DE6ECBBBD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84188-CD81-FC73-932E-1B27DBBFE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3E5C4-2142-2B67-757C-EA50BDC4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C205-C1D9-C140-5719-C5828F2E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243C5-DB18-C177-1C75-1D220E51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9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22DB0-F3C0-ED0C-D984-4086E6A7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032A1-7A71-C2E5-6F91-653CDE19A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CFB49-AFDD-0626-BBAD-3054111F6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9FB80-78BD-4A7B-91A3-477E9FC0F921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B00BE-2A75-4623-0297-38EF6801A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7BBDD-1194-BEBF-DC62-94091CAC4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56AF3-D855-4CBA-8F02-C4F69870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0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5F04-2903-2309-3919-B63F78105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Conducting your survey using Qualtrics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8BC36-4368-9140-4012-63F3EF2B24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2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2FE9-5AFD-3FA1-9758-E456C4AA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Qualtrics?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A0DB7-A367-A4F0-8813-D80EA1183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Qualtrics is an online survey hosting software</a:t>
            </a:r>
          </a:p>
          <a:p>
            <a:endParaRPr lang="en-GB" dirty="0"/>
          </a:p>
          <a:p>
            <a:r>
              <a:rPr lang="en-US" dirty="0"/>
              <a:t>Contains a variety of question layouts</a:t>
            </a:r>
          </a:p>
          <a:p>
            <a:endParaRPr lang="en-US" dirty="0"/>
          </a:p>
          <a:p>
            <a:r>
              <a:rPr lang="en-US" dirty="0"/>
              <a:t>Easily administered to participants </a:t>
            </a:r>
          </a:p>
        </p:txBody>
      </p:sp>
    </p:spTree>
    <p:extLst>
      <p:ext uri="{BB962C8B-B14F-4D97-AF65-F5344CB8AC3E}">
        <p14:creationId xmlns:p14="http://schemas.microsoft.com/office/powerpoint/2010/main" val="206119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6C1066-0813-D585-9E99-C654258E5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Most Useful Types of Questions in Qualtrics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506A4A-DD59-A6CF-B031-ABD34D9C70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For statistical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4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C174B9-D0E0-4059-3356-69F1F26A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Choice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9A56A5-5140-4558-4A8E-B070F5A948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Can allow one or more options ticked</a:t>
            </a:r>
          </a:p>
          <a:p>
            <a:endParaRPr lang="en-GB" dirty="0"/>
          </a:p>
          <a:p>
            <a:r>
              <a:rPr lang="en-GB" dirty="0"/>
              <a:t>Can change number of options</a:t>
            </a:r>
          </a:p>
          <a:p>
            <a:endParaRPr lang="en-GB" dirty="0"/>
          </a:p>
          <a:p>
            <a:r>
              <a:rPr lang="en-GB" dirty="0"/>
              <a:t>Ensure options are exhaustive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AA5A4C-AF4B-B12A-E157-D757575EFF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2263" y="2114550"/>
            <a:ext cx="4304299" cy="3286919"/>
          </a:xfrm>
        </p:spPr>
      </p:pic>
    </p:spTree>
    <p:extLst>
      <p:ext uri="{BB962C8B-B14F-4D97-AF65-F5344CB8AC3E}">
        <p14:creationId xmlns:p14="http://schemas.microsoft.com/office/powerpoint/2010/main" val="355037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BD2F-79DB-90E5-3543-0D89FF61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Free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C8E91-C11F-E794-B0D4-FB1F32BFAE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Allows participants to write anything they want</a:t>
            </a:r>
          </a:p>
          <a:p>
            <a:endParaRPr lang="en-GB" dirty="0"/>
          </a:p>
          <a:p>
            <a:r>
              <a:rPr lang="en-GB" dirty="0"/>
              <a:t>Will require categorising of responses or qualitative analysis</a:t>
            </a:r>
          </a:p>
          <a:p>
            <a:endParaRPr lang="en-GB" dirty="0"/>
          </a:p>
          <a:p>
            <a:r>
              <a:rPr lang="en-GB" dirty="0"/>
              <a:t>Be careful with the same answer written differently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A78B13A-F4C4-9D1A-BE31-1F0740D717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1730" y="2836862"/>
            <a:ext cx="4982070" cy="1704975"/>
          </a:xfrm>
        </p:spPr>
      </p:pic>
    </p:spTree>
    <p:extLst>
      <p:ext uri="{BB962C8B-B14F-4D97-AF65-F5344CB8AC3E}">
        <p14:creationId xmlns:p14="http://schemas.microsoft.com/office/powerpoint/2010/main" val="191304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05BD-F9E4-76C1-73E4-B42E0583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images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A6C5-8D5F-A076-8813-1CE459B937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You can use the Text/Graphic option to add an image to your survey</a:t>
            </a:r>
          </a:p>
          <a:p>
            <a:endParaRPr lang="en-GB" dirty="0"/>
          </a:p>
          <a:p>
            <a:r>
              <a:rPr lang="en-GB" dirty="0"/>
              <a:t>You can then ask a question about it by adding a new question above or below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0C4386-C74B-C7C8-345B-520E937AD2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84460"/>
            <a:ext cx="5181600" cy="4233668"/>
          </a:xfrm>
        </p:spPr>
      </p:pic>
    </p:spTree>
    <p:extLst>
      <p:ext uri="{BB962C8B-B14F-4D97-AF65-F5344CB8AC3E}">
        <p14:creationId xmlns:p14="http://schemas.microsoft.com/office/powerpoint/2010/main" val="160871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EF2A-1EFB-C1B9-2BA7-31714E4E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Matrix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F9C8C-3383-6D6F-3BE5-DD2BF61C6C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Can add a LIKERT scale automatically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Can ask to compare between characteristics</a:t>
            </a:r>
          </a:p>
          <a:p>
            <a:endParaRPr lang="en-GB" dirty="0"/>
          </a:p>
          <a:p>
            <a:r>
              <a:rPr lang="en-GB" dirty="0"/>
              <a:t>Ensure a mix of positive and negative wording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0435C1-CC97-BCE7-9178-872A738955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52975" y="2188766"/>
            <a:ext cx="7708974" cy="1449387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856A5E-1137-FA20-55EA-3C7A7473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4001294"/>
            <a:ext cx="6172200" cy="171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2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A978-E46B-A2E7-6E8F-7549A619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Sliders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7A1D6-E632-B892-9420-C6C6578681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Can be useful to allocate a percentage across factors</a:t>
            </a:r>
          </a:p>
          <a:p>
            <a:endParaRPr lang="en-GB" dirty="0"/>
          </a:p>
          <a:p>
            <a:r>
              <a:rPr lang="en-GB" dirty="0"/>
              <a:t>Not useful for free text or multiple choice questions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17F4C1-57F5-23C3-746D-92777CE74C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24474" y="2292350"/>
            <a:ext cx="6578865" cy="2794000"/>
          </a:xfrm>
        </p:spPr>
      </p:pic>
    </p:spTree>
    <p:extLst>
      <p:ext uri="{BB962C8B-B14F-4D97-AF65-F5344CB8AC3E}">
        <p14:creationId xmlns:p14="http://schemas.microsoft.com/office/powerpoint/2010/main" val="73688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FF9C1-B931-AAB0-D0C3-585A54F2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 Field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1E006-7C1A-9D86-9712-4630E6345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Can group together a series of short-answer questions</a:t>
            </a:r>
          </a:p>
          <a:p>
            <a:endParaRPr lang="en-GB" dirty="0"/>
          </a:p>
          <a:p>
            <a:r>
              <a:rPr lang="en-GB" dirty="0"/>
              <a:t>Can be used at the end of a survey to ask for follow-up information</a:t>
            </a:r>
          </a:p>
          <a:p>
            <a:endParaRPr lang="en-GB" dirty="0"/>
          </a:p>
          <a:p>
            <a:r>
              <a:rPr lang="en-GB" dirty="0"/>
              <a:t>Only do this at the end and if necessary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CEE7DD8-869B-0811-5611-0F808AAC54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925584"/>
            <a:ext cx="5181600" cy="1579919"/>
          </a:xfrm>
        </p:spPr>
      </p:pic>
    </p:spTree>
    <p:extLst>
      <p:ext uri="{BB962C8B-B14F-4D97-AF65-F5344CB8AC3E}">
        <p14:creationId xmlns:p14="http://schemas.microsoft.com/office/powerpoint/2010/main" val="159590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8140-9022-D673-A218-84F98D5D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7504-FF87-E479-1CF2-161F10D0FB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Allows participants to order items</a:t>
            </a:r>
          </a:p>
          <a:p>
            <a:endParaRPr lang="en-GB" dirty="0"/>
          </a:p>
          <a:p>
            <a:r>
              <a:rPr lang="en-GB" dirty="0"/>
              <a:t>Can be difficult to analyse in detail</a:t>
            </a:r>
          </a:p>
          <a:p>
            <a:endParaRPr lang="en-GB" dirty="0"/>
          </a:p>
          <a:p>
            <a:r>
              <a:rPr lang="en-GB" dirty="0"/>
              <a:t>Can focus on frequency of highest and lowest ranks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3277B76-7787-89B4-3855-2CD66CB12A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227292"/>
            <a:ext cx="5181600" cy="2403415"/>
          </a:xfrm>
        </p:spPr>
      </p:pic>
    </p:spTree>
    <p:extLst>
      <p:ext uri="{BB962C8B-B14F-4D97-AF65-F5344CB8AC3E}">
        <p14:creationId xmlns:p14="http://schemas.microsoft.com/office/powerpoint/2010/main" val="1756544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757A-B1E5-ED64-1009-623CA567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 an introduction to your survey by including a Text/Graphics question in your first question block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3A8098-3DD4-5FC2-30E4-366F24545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41" y="1936310"/>
            <a:ext cx="10129717" cy="401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7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FF44-056F-52D1-4431-C1CA7D3FB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Distributing Your Survey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0F741-4E6E-E074-6AA9-25A1E0E8D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6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CA64-CF35-4BB6-26A2-BFBBFA7E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Distributions tab on Qualtrics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817BC8-E809-2928-3E5A-6CF1B7663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255" y="1825625"/>
            <a:ext cx="7989489" cy="4351338"/>
          </a:xfrm>
        </p:spPr>
      </p:pic>
    </p:spTree>
    <p:extLst>
      <p:ext uri="{BB962C8B-B14F-4D97-AF65-F5344CB8AC3E}">
        <p14:creationId xmlns:p14="http://schemas.microsoft.com/office/powerpoint/2010/main" val="2738904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233</Words>
  <Application>Microsoft Office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Conducting your survey using Qualtrics</vt:lpstr>
      <vt:lpstr>What is Qualtrics?</vt:lpstr>
      <vt:lpstr>Most Useful Types of Questions in Qualtrics</vt:lpstr>
      <vt:lpstr>Multiple Choice</vt:lpstr>
      <vt:lpstr>Free Text</vt:lpstr>
      <vt:lpstr>Adding images</vt:lpstr>
      <vt:lpstr>Matrix Table</vt:lpstr>
      <vt:lpstr>Sliders</vt:lpstr>
      <vt:lpstr>Form Field</vt:lpstr>
      <vt:lpstr>Ranking</vt:lpstr>
      <vt:lpstr>Add an introduction to your survey by including a Text/Graphics question in your first question block</vt:lpstr>
      <vt:lpstr>Distributing Your Survey</vt:lpstr>
      <vt:lpstr>Distributions tab on Qualtrics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Conducting your survey using Qualtrics</dc:title>
  <dc:creator>Andrew Browne</dc:creator>
  <cp:lastModifiedBy>Lyndsay Kerr</cp:lastModifiedBy>
  <cp:revision>4</cp:revision>
  <dcterms:created xsi:type="dcterms:W3CDTF">2023-03-23T15:06:42Z</dcterms:created>
  <dcterms:modified xsi:type="dcterms:W3CDTF">2025-08-25T14:23:39Z</dcterms:modified>
</cp:coreProperties>
</file>